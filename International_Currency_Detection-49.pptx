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023360"/>
            <a:ext cx="3840480" cy="384048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SWĀMY VIVEKANANDHA VIDYASAMSTHE®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3258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Kumadvathi First Grade College, Shikaripura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41248" y="2148840"/>
            <a:ext cx="201168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51460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International Currency Detection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520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Project Report — Department of Bachelor of Computer Science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4572000"/>
            <a:ext cx="4846320" cy="1234440"/>
          </a:xfrm>
          <a:prstGeom prst="roundRect">
            <a:avLst>
              <a:gd name="adj" fmla="val 5926"/>
            </a:avLst>
          </a:prstGeom>
          <a:solidFill>
            <a:srgbClr val="141B4D"/>
          </a:solidFill>
          <a:ln w="12700">
            <a:solidFill>
              <a:srgbClr val="2E387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7280" y="477316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51389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Kavya M 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126480" y="4572000"/>
            <a:ext cx="4846320" cy="1234440"/>
          </a:xfrm>
          <a:prstGeom prst="roundRect">
            <a:avLst>
              <a:gd name="adj" fmla="val 5926"/>
            </a:avLst>
          </a:prstGeom>
          <a:solidFill>
            <a:srgbClr val="141B4D"/>
          </a:solidFill>
          <a:ln w="12700">
            <a:solidFill>
              <a:srgbClr val="2E387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477316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51389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Prashanth Kumar Sir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80136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country &amp; denomination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167128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detection identifies the country and denomination of a currency note from an image.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29718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971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89864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AI &amp; Machine Learning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3264408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and Machine Learning analyze images of currency notes to recognize their features.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40690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4069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399592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processing pipeline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4361688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uses image processing and ML techniques together for recognition.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31520" y="51663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5166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509320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automated results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5458968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supports quick and automated currency identification without manual comparison.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092440" y="1737360"/>
            <a:ext cx="3429000" cy="4572000"/>
          </a:xfrm>
          <a:prstGeom prst="roundRect">
            <a:avLst>
              <a:gd name="adj" fmla="val 2667"/>
            </a:avLst>
          </a:prstGeom>
          <a:solidFill>
            <a:srgbClr val="F4F6FB"/>
          </a:solidFill>
          <a:ln/>
        </p:spPr>
      </p:sp>
      <p:sp>
        <p:nvSpPr>
          <p:cNvPr id="21" name="Shape 19"/>
          <p:cNvSpPr/>
          <p:nvPr/>
        </p:nvSpPr>
        <p:spPr>
          <a:xfrm>
            <a:off x="8549640" y="233172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549640" y="2331720"/>
            <a:ext cx="2514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</a:t>
            </a:r>
            <a:endParaRPr lang="en-US" sz="4800" dirty="0"/>
          </a:p>
        </p:txBody>
      </p:sp>
      <p:sp>
        <p:nvSpPr>
          <p:cNvPr id="23" name="Shape 21"/>
          <p:cNvSpPr/>
          <p:nvPr/>
        </p:nvSpPr>
        <p:spPr>
          <a:xfrm>
            <a:off x="8549640" y="397764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CADCF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549640" y="3977640"/>
            <a:ext cx="2514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¥</a:t>
            </a:r>
            <a:endParaRPr lang="en-US" sz="4800" dirty="0"/>
          </a:p>
        </p:txBody>
      </p:sp>
      <p:sp>
        <p:nvSpPr>
          <p:cNvPr id="25" name="Text 23"/>
          <p:cNvSpPr txBox="1"/>
          <p:nvPr/>
        </p:nvSpPr>
        <p:spPr>
          <a:xfrm>
            <a:off x="8275320" y="55321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currencies,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intelligent system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429000" cy="3291840"/>
          </a:xfrm>
          <a:prstGeom prst="roundRect">
            <a:avLst>
              <a:gd name="adj" fmla="val 2778"/>
            </a:avLst>
          </a:prstGeom>
          <a:solidFill>
            <a:srgbClr val="141B4D"/>
          </a:solidFill>
          <a:ln w="12700">
            <a:solidFill>
              <a:srgbClr val="323C7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560320"/>
            <a:ext cx="640080" cy="64008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42900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identification is hard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416052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identification of foreign currencies can be difficult for the average person.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80560" y="2194560"/>
            <a:ext cx="3429000" cy="3291840"/>
          </a:xfrm>
          <a:prstGeom prst="roundRect">
            <a:avLst>
              <a:gd name="adj" fmla="val 2778"/>
            </a:avLst>
          </a:prstGeom>
          <a:solidFill>
            <a:srgbClr val="141B4D"/>
          </a:solidFill>
          <a:ln w="12700">
            <a:solidFill>
              <a:srgbClr val="323C7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2560320"/>
            <a:ext cx="640080" cy="64008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0060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342900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Designs vary by country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416052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countries have different note designs and denominations to keep track of.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321040" y="2194560"/>
            <a:ext cx="3429000" cy="3291840"/>
          </a:xfrm>
          <a:prstGeom prst="roundRect">
            <a:avLst>
              <a:gd name="adj" fmla="val 2778"/>
            </a:avLst>
          </a:prstGeom>
          <a:solidFill>
            <a:srgbClr val="141B4D"/>
          </a:solidFill>
          <a:ln w="12700">
            <a:solidFill>
              <a:srgbClr val="323C7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41080" y="2560320"/>
            <a:ext cx="640080" cy="64008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4108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8641080" y="342900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error is common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641080" y="416052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identification may lead to errors, especially with unfamiliar currencies.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10698480" cy="658368"/>
          </a:xfrm>
          <a:prstGeom prst="roundRect">
            <a:avLst>
              <a:gd name="adj" fmla="val 11111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084832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084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965960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currency notes from uploaded images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2807208"/>
            <a:ext cx="10698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292608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2926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2807208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country / currency type and denomination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3648456"/>
            <a:ext cx="10698480" cy="658368"/>
          </a:xfrm>
          <a:prstGeom prst="roundRect">
            <a:avLst>
              <a:gd name="adj" fmla="val 11111"/>
            </a:avLst>
          </a:prstGeom>
          <a:solidFill>
            <a:srgbClr val="F4F6FB"/>
          </a:solidFill>
          <a:ln/>
        </p:spPr>
      </p:sp>
      <p:sp>
        <p:nvSpPr>
          <p:cNvPr id="13" name="Shape 11"/>
          <p:cNvSpPr/>
          <p:nvPr/>
        </p:nvSpPr>
        <p:spPr>
          <a:xfrm>
            <a:off x="960120" y="3767328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3767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3648456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image preprocessing and machine learning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4489704"/>
            <a:ext cx="10698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" y="4608576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60120" y="4608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4489704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fast and user-friendly predictions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31520" y="5330952"/>
            <a:ext cx="10698480" cy="658368"/>
          </a:xfrm>
          <a:prstGeom prst="roundRect">
            <a:avLst>
              <a:gd name="adj" fmla="val 11111"/>
            </a:avLst>
          </a:prstGeom>
          <a:solidFill>
            <a:srgbClr val="F4F6FB"/>
          </a:solidFill>
          <a:ln/>
        </p:spPr>
      </p:sp>
      <p:sp>
        <p:nvSpPr>
          <p:cNvPr id="21" name="Shape 19"/>
          <p:cNvSpPr/>
          <p:nvPr/>
        </p:nvSpPr>
        <p:spPr>
          <a:xfrm>
            <a:off x="960120" y="5449824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60120" y="54498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5330952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manual identification errors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APPROACH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5120640" cy="1920240"/>
          </a:xfrm>
          <a:prstGeom prst="roundRect">
            <a:avLst>
              <a:gd name="adj" fmla="val 4762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22402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2585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matching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88036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is mainly identified manually, relying on the human eye.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1965960"/>
            <a:ext cx="5120640" cy="1920240"/>
          </a:xfrm>
          <a:prstGeom prst="roundRect">
            <a:avLst>
              <a:gd name="adj" fmla="val 4762"/>
            </a:avLst>
          </a:prstGeom>
          <a:solidFill>
            <a:srgbClr val="F4F6FB"/>
          </a:solidFill>
          <a:ln/>
        </p:spPr>
      </p:sp>
      <p:sp>
        <p:nvSpPr>
          <p:cNvPr id="10" name="Shape 8"/>
          <p:cNvSpPr/>
          <p:nvPr/>
        </p:nvSpPr>
        <p:spPr>
          <a:xfrm>
            <a:off x="6629400" y="22402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2940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269480" y="22585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 comparison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288036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compare notes with reference images to confirm authenticity and value.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1520" y="4160520"/>
            <a:ext cx="5120640" cy="1920240"/>
          </a:xfrm>
          <a:prstGeom prst="roundRect">
            <a:avLst>
              <a:gd name="adj" fmla="val 4762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1560" y="44348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5156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44531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Broad knowledge needed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507492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knowledge of different currencies from many countries.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09360" y="4160520"/>
            <a:ext cx="5120640" cy="1920240"/>
          </a:xfrm>
          <a:prstGeom prst="roundRect">
            <a:avLst>
              <a:gd name="adj" fmla="val 4762"/>
            </a:avLst>
          </a:prstGeom>
          <a:solidFill>
            <a:srgbClr val="F4F6FB"/>
          </a:solidFill>
          <a:ln/>
        </p:spPr>
      </p:sp>
      <p:sp>
        <p:nvSpPr>
          <p:cNvPr id="20" name="Shape 18"/>
          <p:cNvSpPr/>
          <p:nvPr/>
        </p:nvSpPr>
        <p:spPr>
          <a:xfrm>
            <a:off x="6629400" y="44348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2940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269480" y="44531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at scale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629400" y="507492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 for multiple currencies, especially in bulk or unfamiliar cases.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1874520" cy="178308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1412748" y="222199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12748" y="22219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803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2004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uploads or takes an image of a currency note.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2606040" y="2624328"/>
            <a:ext cx="4229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028950" y="1965960"/>
            <a:ext cx="1874520" cy="178308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/>
        </p:spPr>
      </p:sp>
      <p:sp>
        <p:nvSpPr>
          <p:cNvPr id="11" name="Shape 9"/>
          <p:cNvSpPr/>
          <p:nvPr/>
        </p:nvSpPr>
        <p:spPr>
          <a:xfrm>
            <a:off x="3710178" y="222199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710178" y="22219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120390" y="28803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166110" y="32004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is preprocessed using Python.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4903470" y="2624328"/>
            <a:ext cx="4229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326380" y="1965960"/>
            <a:ext cx="1874520" cy="178308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/>
        </p:spPr>
      </p:sp>
      <p:sp>
        <p:nvSpPr>
          <p:cNvPr id="17" name="Shape 15"/>
          <p:cNvSpPr/>
          <p:nvPr/>
        </p:nvSpPr>
        <p:spPr>
          <a:xfrm>
            <a:off x="6007608" y="222199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007608" y="22219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417820" y="28803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63540" y="32004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visual features are extracted.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7200900" y="2624328"/>
            <a:ext cx="4229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623810" y="1965960"/>
            <a:ext cx="1874520" cy="178308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/>
        </p:spPr>
      </p:sp>
      <p:sp>
        <p:nvSpPr>
          <p:cNvPr id="23" name="Shape 21"/>
          <p:cNvSpPr/>
          <p:nvPr/>
        </p:nvSpPr>
        <p:spPr>
          <a:xfrm>
            <a:off x="8305038" y="222199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305038" y="22219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715250" y="28803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760970" y="32004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analyzes the extracted features.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9498330" y="2624328"/>
            <a:ext cx="4229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921240" y="1965960"/>
            <a:ext cx="1874520" cy="178308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/>
        </p:spPr>
      </p:sp>
      <p:sp>
        <p:nvSpPr>
          <p:cNvPr id="29" name="Shape 27"/>
          <p:cNvSpPr/>
          <p:nvPr/>
        </p:nvSpPr>
        <p:spPr>
          <a:xfrm>
            <a:off x="10602468" y="2221992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602468" y="22219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10012680" y="28803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0058400" y="32004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predicts the currency and denomination.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31520" y="434340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31520" y="434340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 →  Image Processing  →  ML Model  →  Currency Prediction</a:t>
            </a:r>
            <a:endParaRPr lang="en-US" sz="1700" dirty="0"/>
          </a:p>
        </p:txBody>
      </p:sp>
      <p:sp>
        <p:nvSpPr>
          <p:cNvPr id="35" name="Text 33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Used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98348" y="2148840"/>
            <a:ext cx="2606040" cy="1508760"/>
          </a:xfrm>
          <a:prstGeom prst="roundRect">
            <a:avLst>
              <a:gd name="adj" fmla="val 5455"/>
            </a:avLst>
          </a:prstGeom>
          <a:solidFill>
            <a:srgbClr val="141B4D"/>
          </a:solidFill>
          <a:ln w="12700">
            <a:solidFill>
              <a:srgbClr val="323C7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6948" y="2377440"/>
            <a:ext cx="45720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26948" y="253288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26948" y="2862072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360420" y="2148840"/>
            <a:ext cx="2606040" cy="1508760"/>
          </a:xfrm>
          <a:prstGeom prst="roundRect">
            <a:avLst>
              <a:gd name="adj" fmla="val 5455"/>
            </a:avLst>
          </a:prstGeom>
          <a:solidFill>
            <a:srgbClr val="141B4D"/>
          </a:solidFill>
          <a:ln w="12700">
            <a:solidFill>
              <a:srgbClr val="323C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89020" y="2377440"/>
            <a:ext cx="45720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89020" y="253288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3589020" y="2862072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Scikit-learn / TensorFlow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22492" y="2148840"/>
            <a:ext cx="2606040" cy="1508760"/>
          </a:xfrm>
          <a:prstGeom prst="roundRect">
            <a:avLst>
              <a:gd name="adj" fmla="val 5455"/>
            </a:avLst>
          </a:prstGeom>
          <a:solidFill>
            <a:srgbClr val="141B4D"/>
          </a:solidFill>
          <a:ln w="12700">
            <a:solidFill>
              <a:srgbClr val="323C7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51092" y="2377440"/>
            <a:ext cx="45720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51092" y="253288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PROCESSING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51092" y="2862072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OpenCV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084564" y="2148840"/>
            <a:ext cx="2606040" cy="1508760"/>
          </a:xfrm>
          <a:prstGeom prst="roundRect">
            <a:avLst>
              <a:gd name="adj" fmla="val 5455"/>
            </a:avLst>
          </a:prstGeom>
          <a:solidFill>
            <a:srgbClr val="141B4D"/>
          </a:solidFill>
          <a:ln w="12700">
            <a:solidFill>
              <a:srgbClr val="323C7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13164" y="2377440"/>
            <a:ext cx="45720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313164" y="253288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HANDLING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9313164" y="2862072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NumPy, Pandas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98348" y="3913632"/>
            <a:ext cx="2606040" cy="1508760"/>
          </a:xfrm>
          <a:prstGeom prst="roundRect">
            <a:avLst>
              <a:gd name="adj" fmla="val 5455"/>
            </a:avLst>
          </a:prstGeom>
          <a:solidFill>
            <a:srgbClr val="141B4D"/>
          </a:solidFill>
          <a:ln w="12700">
            <a:solidFill>
              <a:srgbClr val="323C7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6948" y="4142232"/>
            <a:ext cx="45720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26948" y="42976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726948" y="4626864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Matplotlib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360420" y="3913632"/>
            <a:ext cx="2606040" cy="1508760"/>
          </a:xfrm>
          <a:prstGeom prst="roundRect">
            <a:avLst>
              <a:gd name="adj" fmla="val 5455"/>
            </a:avLst>
          </a:prstGeom>
          <a:solidFill>
            <a:srgbClr val="141B4D"/>
          </a:solidFill>
          <a:ln w="12700">
            <a:solidFill>
              <a:srgbClr val="323C7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89020" y="4142232"/>
            <a:ext cx="45720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589020" y="42976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3589020" y="4626864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Flask / Streamlit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222492" y="3913632"/>
            <a:ext cx="2606040" cy="1508760"/>
          </a:xfrm>
          <a:prstGeom prst="roundRect">
            <a:avLst>
              <a:gd name="adj" fmla="val 5455"/>
            </a:avLst>
          </a:prstGeom>
          <a:solidFill>
            <a:srgbClr val="141B4D"/>
          </a:solidFill>
          <a:ln w="12700">
            <a:solidFill>
              <a:srgbClr val="323C7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51092" y="4142232"/>
            <a:ext cx="45720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51092" y="42976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451092" y="4626864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 / MySQL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FLOW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Design / Flowchart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91840" y="1600200"/>
            <a:ext cx="3291840" cy="40233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291840" y="160020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937760" y="2002536"/>
            <a:ext cx="0" cy="128016"/>
          </a:xfrm>
          <a:prstGeom prst="line">
            <a:avLst/>
          </a:prstGeom>
          <a:noFill/>
          <a:ln w="19050">
            <a:solidFill>
              <a:srgbClr val="6B769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291840" y="2130552"/>
            <a:ext cx="3291840" cy="40233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291840" y="2130552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Currency Image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937760" y="2532888"/>
            <a:ext cx="0" cy="128016"/>
          </a:xfrm>
          <a:prstGeom prst="line">
            <a:avLst/>
          </a:prstGeom>
          <a:noFill/>
          <a:ln w="19050">
            <a:solidFill>
              <a:srgbClr val="6B769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291840" y="2660904"/>
            <a:ext cx="3291840" cy="40233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291840" y="2660904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Preprocessing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37760" y="3063240"/>
            <a:ext cx="0" cy="128016"/>
          </a:xfrm>
          <a:prstGeom prst="line">
            <a:avLst/>
          </a:prstGeom>
          <a:noFill/>
          <a:ln w="19050">
            <a:solidFill>
              <a:srgbClr val="6B769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291840" y="3191256"/>
            <a:ext cx="3291840" cy="40233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291840" y="3191256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937760" y="3593592"/>
            <a:ext cx="0" cy="128016"/>
          </a:xfrm>
          <a:prstGeom prst="line">
            <a:avLst/>
          </a:prstGeom>
          <a:noFill/>
          <a:ln w="19050">
            <a:solidFill>
              <a:srgbClr val="6B769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291840" y="3721608"/>
            <a:ext cx="3291840" cy="40233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291840" y="3721608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ML Model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37760" y="4123944"/>
            <a:ext cx="0" cy="128016"/>
          </a:xfrm>
          <a:prstGeom prst="line">
            <a:avLst/>
          </a:prstGeom>
          <a:noFill/>
          <a:ln w="19050">
            <a:solidFill>
              <a:srgbClr val="6B769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291840" y="4251960"/>
            <a:ext cx="3291840" cy="40233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291840" y="425196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Classification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37760" y="4654296"/>
            <a:ext cx="0" cy="128016"/>
          </a:xfrm>
          <a:prstGeom prst="line">
            <a:avLst/>
          </a:prstGeom>
          <a:noFill/>
          <a:ln w="19050">
            <a:solidFill>
              <a:srgbClr val="6B769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291840" y="4782312"/>
            <a:ext cx="3291840" cy="40233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291840" y="4782312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+ Denomination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937760" y="5184648"/>
            <a:ext cx="0" cy="128016"/>
          </a:xfrm>
          <a:prstGeom prst="line">
            <a:avLst/>
          </a:prstGeom>
          <a:noFill/>
          <a:ln w="19050">
            <a:solidFill>
              <a:srgbClr val="6B769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291840" y="5312664"/>
            <a:ext cx="3291840" cy="40233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291840" y="5312664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Result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937760" y="5715000"/>
            <a:ext cx="0" cy="128016"/>
          </a:xfrm>
          <a:prstGeom prst="line">
            <a:avLst/>
          </a:prstGeom>
          <a:noFill/>
          <a:ln w="19050">
            <a:solidFill>
              <a:srgbClr val="6B769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291840" y="5843016"/>
            <a:ext cx="3291840" cy="40233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291840" y="5843016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589520" y="1737360"/>
            <a:ext cx="3931920" cy="4434840"/>
          </a:xfrm>
          <a:prstGeom prst="roundRect">
            <a:avLst>
              <a:gd name="adj" fmla="val 2326"/>
            </a:avLst>
          </a:prstGeom>
          <a:solidFill>
            <a:srgbClr val="F4F6F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909560" y="2011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flow works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909560" y="2569464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183880" y="244144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hands off a clean, well-defined output to the next.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909560" y="3438144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183880" y="331012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and feature extraction isolate the note from noise and background.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909560" y="4306824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183880" y="417880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trained model only ever sees consistent, structured input.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7909560" y="5175504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183880" y="504748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maps straight to a country and denomination for display.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076956" y="1691640"/>
            <a:ext cx="6035040" cy="512064"/>
          </a:xfrm>
          <a:prstGeom prst="roundRect">
            <a:avLst>
              <a:gd name="adj" fmla="val 12500"/>
            </a:avLst>
          </a:prstGeom>
          <a:solidFill>
            <a:srgbClr val="C9A22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076956" y="1691640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94476" y="2203704"/>
            <a:ext cx="0" cy="128016"/>
          </a:xfrm>
          <a:prstGeom prst="line">
            <a:avLst/>
          </a:prstGeom>
          <a:noFill/>
          <a:ln w="19050">
            <a:solidFill>
              <a:srgbClr val="6B769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076956" y="2331720"/>
            <a:ext cx="6035040" cy="512064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076956" y="2331720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Application UI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94476" y="2843784"/>
            <a:ext cx="0" cy="128016"/>
          </a:xfrm>
          <a:prstGeom prst="line">
            <a:avLst/>
          </a:prstGeom>
          <a:noFill/>
          <a:ln w="19050">
            <a:solidFill>
              <a:srgbClr val="6B769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076956" y="2971800"/>
            <a:ext cx="6035040" cy="512064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076956" y="2971800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Upload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094476" y="3483864"/>
            <a:ext cx="0" cy="128016"/>
          </a:xfrm>
          <a:prstGeom prst="line">
            <a:avLst/>
          </a:prstGeom>
          <a:noFill/>
          <a:ln w="19050">
            <a:solidFill>
              <a:srgbClr val="6B769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076956" y="3611880"/>
            <a:ext cx="6035040" cy="512064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076956" y="3611880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Preprocessing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094476" y="4123944"/>
            <a:ext cx="0" cy="128016"/>
          </a:xfrm>
          <a:prstGeom prst="line">
            <a:avLst/>
          </a:prstGeom>
          <a:noFill/>
          <a:ln w="19050">
            <a:solidFill>
              <a:srgbClr val="6B769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076956" y="4251960"/>
            <a:ext cx="6035040" cy="512064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076956" y="4251960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094476" y="4764024"/>
            <a:ext cx="0" cy="128016"/>
          </a:xfrm>
          <a:prstGeom prst="line">
            <a:avLst/>
          </a:prstGeom>
          <a:noFill/>
          <a:ln w="19050">
            <a:solidFill>
              <a:srgbClr val="6B769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076956" y="4892040"/>
            <a:ext cx="6035040" cy="512064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076956" y="4892040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Model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094476" y="5404104"/>
            <a:ext cx="0" cy="128016"/>
          </a:xfrm>
          <a:prstGeom prst="line">
            <a:avLst/>
          </a:prstGeom>
          <a:noFill/>
          <a:ln w="19050">
            <a:solidFill>
              <a:srgbClr val="6B769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076956" y="5532120"/>
            <a:ext cx="6035040" cy="512064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076956" y="5532120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Prediction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094476" y="6044184"/>
            <a:ext cx="0" cy="128016"/>
          </a:xfrm>
          <a:prstGeom prst="line">
            <a:avLst/>
          </a:prstGeom>
          <a:noFill/>
          <a:ln w="19050">
            <a:solidFill>
              <a:srgbClr val="6B769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076956" y="6172200"/>
            <a:ext cx="6035040" cy="512064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076956" y="6172200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Display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RELATIONSHIP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Relationship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97280" y="2926080"/>
            <a:ext cx="2926080" cy="1188720"/>
          </a:xfrm>
          <a:prstGeom prst="roundRect">
            <a:avLst>
              <a:gd name="adj" fmla="val 7692"/>
            </a:avLst>
          </a:prstGeom>
          <a:solidFill>
            <a:srgbClr val="C9A22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97280" y="29260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892040" y="2926080"/>
            <a:ext cx="2926080" cy="1188720"/>
          </a:xfrm>
          <a:prstGeom prst="roundRect">
            <a:avLst>
              <a:gd name="adj" fmla="val 7692"/>
            </a:avLst>
          </a:prstGeom>
          <a:solidFill>
            <a:srgbClr val="141B4D"/>
          </a:solidFill>
          <a:ln w="12700">
            <a:solidFill>
              <a:srgbClr val="323C7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29260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686800" y="2926080"/>
            <a:ext cx="2926080" cy="1188720"/>
          </a:xfrm>
          <a:prstGeom prst="roundRect">
            <a:avLst>
              <a:gd name="adj" fmla="val 7692"/>
            </a:avLst>
          </a:prstGeom>
          <a:solidFill>
            <a:srgbClr val="CADC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0" y="29260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CURRENCY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023360" y="3520440"/>
            <a:ext cx="86868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4023360" y="254203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18120" y="3520440"/>
            <a:ext cx="86868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  <a:headEnd type="triangle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7818120" y="254203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475488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 can generate many predictions; each prediction resolves to one recognized currency and denomination.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2468880" cy="3566160"/>
          </a:xfrm>
          <a:prstGeom prst="roundRect">
            <a:avLst>
              <a:gd name="adj" fmla="val 3704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0" y="2423160"/>
            <a:ext cx="640080" cy="64008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64592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3375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coverage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97764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countries and denominations to the recognition set.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520440" y="2103120"/>
            <a:ext cx="2468880" cy="3566160"/>
          </a:xfrm>
          <a:prstGeom prst="roundRect">
            <a:avLst>
              <a:gd name="adj" fmla="val 3704"/>
            </a:avLst>
          </a:prstGeom>
          <a:solidFill>
            <a:srgbClr val="F4F6FB"/>
          </a:solidFill>
          <a:ln/>
        </p:spPr>
      </p:sp>
      <p:sp>
        <p:nvSpPr>
          <p:cNvPr id="10" name="Shape 8"/>
          <p:cNvSpPr/>
          <p:nvPr/>
        </p:nvSpPr>
        <p:spPr>
          <a:xfrm>
            <a:off x="4434840" y="2423160"/>
            <a:ext cx="640080" cy="64008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3484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703320" y="33375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Higher accuracy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703320" y="397764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recognition accuracy with larger, more diverse datasets.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09360" y="2103120"/>
            <a:ext cx="2468880" cy="3566160"/>
          </a:xfrm>
          <a:prstGeom prst="roundRect">
            <a:avLst>
              <a:gd name="adj" fmla="val 3704"/>
            </a:avLst>
          </a:prstGeom>
          <a:solidFill>
            <a:srgbClr val="1E2761"/>
          </a:solidFill>
          <a:ln/>
        </p:spPr>
      </p:sp>
      <p:sp>
        <p:nvSpPr>
          <p:cNvPr id="15" name="Shape 13"/>
          <p:cNvSpPr/>
          <p:nvPr/>
        </p:nvSpPr>
        <p:spPr>
          <a:xfrm>
            <a:off x="7223760" y="2423160"/>
            <a:ext cx="640080" cy="64008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22376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3375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Mobile-first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397764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mobile application for on-the-go detection.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98280" y="2103120"/>
            <a:ext cx="2468880" cy="3566160"/>
          </a:xfrm>
          <a:prstGeom prst="roundRect">
            <a:avLst>
              <a:gd name="adj" fmla="val 3704"/>
            </a:avLst>
          </a:prstGeom>
          <a:solidFill>
            <a:srgbClr val="F4F6FB"/>
          </a:solidFill>
          <a:ln/>
        </p:spPr>
      </p:sp>
      <p:sp>
        <p:nvSpPr>
          <p:cNvPr id="20" name="Shape 18"/>
          <p:cNvSpPr/>
          <p:nvPr/>
        </p:nvSpPr>
        <p:spPr>
          <a:xfrm>
            <a:off x="10012680" y="2423160"/>
            <a:ext cx="640080" cy="64008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01268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9281160" y="33375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detection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281160" y="397764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real-time camera-based detection instead of static uploads.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686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450592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88720" y="22402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proposed system uses AI, Machine Learning, Python and Image Processing for automated currency detection.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456432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88720" y="324612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make identification faster and easier than manual comparison.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4462272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88720" y="42519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demonstrates a practical application of ML in image classification.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389120"/>
            <a:ext cx="4572000" cy="45720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2788920"/>
            <a:ext cx="12188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5180076" y="3977640"/>
            <a:ext cx="182880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416052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Currency Detection  |  Kavya M 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2026-09-11T07:59:23Z</dcterms:created>
  <dcterms:modified xsi:type="dcterms:W3CDTF">2026-09-11T07:59:23Z</dcterms:modified>
</cp:coreProperties>
</file>